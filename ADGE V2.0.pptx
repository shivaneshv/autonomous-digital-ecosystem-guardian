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D2CC489D-4CE1-4F7C-8B7D-5DDD19CE2E0A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5FDA5723-3424-4E71-9100-2D6CED7E87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633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C489D-4CE1-4F7C-8B7D-5DDD19CE2E0A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A5723-3424-4E71-9100-2D6CED7E87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7156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2CC489D-4CE1-4F7C-8B7D-5DDD19CE2E0A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FDA5723-3424-4E71-9100-2D6CED7E87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7047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C489D-4CE1-4F7C-8B7D-5DDD19CE2E0A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A5723-3424-4E71-9100-2D6CED7E87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0119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C489D-4CE1-4F7C-8B7D-5DDD19CE2E0A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A5723-3424-4E71-9100-2D6CED7E87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560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C489D-4CE1-4F7C-8B7D-5DDD19CE2E0A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A5723-3424-4E71-9100-2D6CED7E87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8335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C489D-4CE1-4F7C-8B7D-5DDD19CE2E0A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A5723-3424-4E71-9100-2D6CED7E87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467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C489D-4CE1-4F7C-8B7D-5DDD19CE2E0A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A5723-3424-4E71-9100-2D6CED7E87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5976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C489D-4CE1-4F7C-8B7D-5DDD19CE2E0A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A5723-3424-4E71-9100-2D6CED7E87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9293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C489D-4CE1-4F7C-8B7D-5DDD19CE2E0A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A5723-3424-4E71-9100-2D6CED7E87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5924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2CC489D-4CE1-4F7C-8B7D-5DDD19CE2E0A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FDA5723-3424-4E71-9100-2D6CED7E87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1505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2CC489D-4CE1-4F7C-8B7D-5DDD19CE2E0A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FDA5723-3424-4E71-9100-2D6CED7E8757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360004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2CC489D-4CE1-4F7C-8B7D-5DDD19CE2E0A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FDA5723-3424-4E71-9100-2D6CED7E87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26259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C489D-4CE1-4F7C-8B7D-5DDD19CE2E0A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A5723-3424-4E71-9100-2D6CED7E87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85733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C489D-4CE1-4F7C-8B7D-5DDD19CE2E0A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A5723-3424-4E71-9100-2D6CED7E87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50603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C489D-4CE1-4F7C-8B7D-5DDD19CE2E0A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A5723-3424-4E71-9100-2D6CED7E87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23534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2CC489D-4CE1-4F7C-8B7D-5DDD19CE2E0A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FDA5723-3424-4E71-9100-2D6CED7E87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5100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CC489D-4CE1-4F7C-8B7D-5DDD19CE2E0A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DA5723-3424-4E71-9100-2D6CED7E87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4683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D35F80-FB20-E0F0-A7D7-BB5F38EC7A44}"/>
              </a:ext>
            </a:extLst>
          </p:cNvPr>
          <p:cNvSpPr txBox="1"/>
          <p:nvPr/>
        </p:nvSpPr>
        <p:spPr>
          <a:xfrm>
            <a:off x="0" y="1012954"/>
            <a:ext cx="1187767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Arial Black" panose="020B0A04020102020204" pitchFamily="34" charset="0"/>
              </a:rPr>
              <a:t>                                     ADEG V2.0</a:t>
            </a:r>
          </a:p>
          <a:p>
            <a:r>
              <a:rPr lang="en-IN" sz="2800" b="1" dirty="0">
                <a:latin typeface="Arial Black" panose="020B0A04020102020204" pitchFamily="34" charset="0"/>
              </a:rPr>
              <a:t>         AUTONOMOUS DIGITAL ECOSYSTEM GUARDIAN</a:t>
            </a:r>
          </a:p>
          <a:p>
            <a:r>
              <a:rPr lang="en-IN" sz="2800" b="1" dirty="0">
                <a:latin typeface="Arial Black" panose="020B0A04020102020204" pitchFamily="34" charset="0"/>
              </a:rPr>
              <a:t>                 The Self-Healing Software Revolution</a:t>
            </a:r>
          </a:p>
          <a:p>
            <a:r>
              <a:rPr lang="en-IN" sz="2800" b="1" dirty="0">
                <a:latin typeface="Arial Black" panose="020B0A04020102020204" pitchFamily="34" charset="0"/>
              </a:rPr>
              <a:t>                          [Name : SHIVANESH V]</a:t>
            </a:r>
          </a:p>
          <a:p>
            <a:r>
              <a:rPr lang="en-IN" sz="2800" b="1" dirty="0">
                <a:latin typeface="Arial Black" panose="020B0A04020102020204" pitchFamily="34" charset="0"/>
              </a:rPr>
              <a:t>             [Team Name : </a:t>
            </a:r>
            <a:r>
              <a:rPr lang="en-IN" sz="2800" b="1" i="0" dirty="0">
                <a:effectLst/>
                <a:latin typeface="Arial Black" panose="020B0A04020102020204" pitchFamily="34" charset="0"/>
              </a:rPr>
              <a:t>Sentinel Systems | ADGE V2.0]</a:t>
            </a:r>
            <a:endParaRPr lang="en-IN" sz="2800" b="1" dirty="0">
              <a:latin typeface="Arial Black" panose="020B0A04020102020204" pitchFamily="34" charset="0"/>
            </a:endParaRPr>
          </a:p>
          <a:p>
            <a:r>
              <a:rPr lang="en-IN" sz="2800" b="1" dirty="0">
                <a:latin typeface="Arial Black" panose="020B0A04020102020204" pitchFamily="34" charset="0"/>
              </a:rPr>
              <a:t>                </a:t>
            </a:r>
            <a:r>
              <a:rPr lang="en-IN" sz="2800" b="1" dirty="0" err="1">
                <a:latin typeface="Arial Black" panose="020B0A04020102020204" pitchFamily="34" charset="0"/>
              </a:rPr>
              <a:t>Galuxium</a:t>
            </a:r>
            <a:r>
              <a:rPr lang="en-IN" sz="2800" b="1" dirty="0">
                <a:latin typeface="Arial Black" panose="020B0A04020102020204" pitchFamily="34" charset="0"/>
              </a:rPr>
              <a:t> Nexus V1 | November 2025</a:t>
            </a:r>
          </a:p>
          <a:p>
            <a:endParaRPr lang="en-IN" sz="2800" b="1" dirty="0">
              <a:latin typeface="Arial Black" panose="020B0A040201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2C2F1D-67B9-29E6-70B4-5E8ECD1135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26" y="3842990"/>
            <a:ext cx="5624512" cy="27292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6E8E5B0-A08B-18AE-021E-12F3BBB7A2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842988"/>
            <a:ext cx="5781675" cy="2729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615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1E16D2-2CAF-3ED5-308D-5A953316DCA4}"/>
              </a:ext>
            </a:extLst>
          </p:cNvPr>
          <p:cNvSpPr txBox="1"/>
          <p:nvPr/>
        </p:nvSpPr>
        <p:spPr>
          <a:xfrm>
            <a:off x="0" y="1520785"/>
            <a:ext cx="12192000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The Future of Software Maintenance</a:t>
            </a:r>
          </a:p>
          <a:p>
            <a:pPr algn="l"/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ADEG V2.0 is an autonomous AI agent system that monitors,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diagnoses, and repairs software ecosystems without human intervention.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━━━━━━━━━━━━━━━━━━━━━━━━━━━━━━━━━━━━━━━━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KEY METRICS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60% $300B+ 15%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Developer Annual Lost Population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Time Saved Productivity Served Better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━━━━━━━━━━━━━━━━━━━━━━━━━━━━━━━━━━━━━━━━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"We're not building tools. We're building digital organisms."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937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9B5549-BC8F-D27F-B027-922D8F92CE3B}"/>
              </a:ext>
            </a:extLst>
          </p:cNvPr>
          <p:cNvSpPr txBox="1"/>
          <p:nvPr/>
        </p:nvSpPr>
        <p:spPr>
          <a:xfrm>
            <a:off x="0" y="1370068"/>
            <a:ext cx="1225867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The Maintenance Crisis</a:t>
            </a:r>
            <a:endParaRPr lang="en-IN" sz="28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━━━━━━━━━━━━━━━━━━━━━━━━━━━━━━━━━━━━━━━</a:t>
            </a:r>
          </a:p>
          <a:p>
            <a:pPr algn="l"/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CURRENT STATE IMPACT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⚠️ 60% of dev time on → Innovation stalls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maintenance, not innovation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⚠️ Accessibility often → 15% of users excluded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an afterthought → Legal compliance risks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⚠️ Manual dependency → Security vulnerabilities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management → Supply chain attacks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⚠️ Reactive bug fixing → Downtime costs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→ User frustration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━━━━━━━━━━━━━━━━━━━━━━━━━━━━━━━━━━━━━━━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endParaRPr lang="en-IN" sz="2200" b="0" i="0" dirty="0">
              <a:solidFill>
                <a:srgbClr val="A9B1D6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Annual Cost: $300B+ in lost productivity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585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A2C18B-D016-D098-396E-B4C0C92CFF25}"/>
              </a:ext>
            </a:extLst>
          </p:cNvPr>
          <p:cNvSpPr txBox="1"/>
          <p:nvPr/>
        </p:nvSpPr>
        <p:spPr>
          <a:xfrm>
            <a:off x="71437" y="1470869"/>
            <a:ext cx="1204912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ADEG V2.0: Digital Immune System Architecture</a:t>
            </a:r>
            <a:endParaRPr lang="en-IN" sz="28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━━━━━━━━━━━━━━━━━━━━━━━━━━━━━━━━━━━━━━</a:t>
            </a:r>
          </a:p>
          <a:p>
            <a:pPr algn="l"/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👁️ PERCEPTION 🧠 REASONING ⚡ ACTION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Monitor &amp; Detect </a:t>
            </a:r>
            <a:r>
              <a:rPr lang="en-IN" sz="2200" b="0" i="0" dirty="0" err="1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Analyze</a:t>
            </a:r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 &amp; Plan Execute &amp; Deploy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• Quantum Noise • Intent Parsing • Code Generation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• Accessibility • Root Cause • Sandbox Testing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• Inclusivity • Solution Design • Auto Deployment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• Anomaly Detection • Risk Assessment • Supply Chain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━━━━━━━━━━━━━━━━━━━━━━━━━━━━━━━━━━━━━━</a:t>
            </a:r>
          </a:p>
          <a:p>
            <a:pPr algn="l"/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Continuous Feedback Loop → Self-Improvement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1619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DBDA29-9E7D-C419-3AD4-E6551CE69946}"/>
              </a:ext>
            </a:extLst>
          </p:cNvPr>
          <p:cNvSpPr txBox="1"/>
          <p:nvPr/>
        </p:nvSpPr>
        <p:spPr>
          <a:xfrm>
            <a:off x="0" y="1859339"/>
            <a:ext cx="11363325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What Makes ADEG Different</a:t>
            </a:r>
            <a:endParaRPr lang="en-IN" sz="28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━━━━━━━━━━━━━━━━━━━━━━━━━━━━━━━</a:t>
            </a:r>
          </a:p>
          <a:p>
            <a:pPr algn="l"/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🔬 QUANTUM-INSPIRED MONITORING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Pattern recognition at scale using advanced algorithms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inspired by quantum computing principles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🧬 AUTONOMOUS AGENT SWARM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Multiple specialized AI agents working in parallel,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each optimized for specific maintenance tasks</a:t>
            </a:r>
            <a:b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</a:b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2504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A2004C-2117-02BD-E7F5-21898526B5F0}"/>
              </a:ext>
            </a:extLst>
          </p:cNvPr>
          <p:cNvSpPr txBox="1"/>
          <p:nvPr/>
        </p:nvSpPr>
        <p:spPr>
          <a:xfrm>
            <a:off x="85725" y="1997839"/>
            <a:ext cx="125730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🗣️ NATURAL LANGUAGE INTERFACE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Developers communicate intent in plain English,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AI translates to executable actions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♿ ACCESSIBILITY-FIRST DESIGN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WCAG 2.1 AAA compliance built into the core,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not bolted on as an afterthought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━━━━━━━━━━━━━━━━━━━━━━━━━━━━━━━</a:t>
            </a:r>
          </a:p>
          <a:p>
            <a:pPr algn="l"/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First autonomous system combining productivity,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accessibility, and security in a single platform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9745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F7ACB9-5534-7531-3FF6-BA36338733F3}"/>
              </a:ext>
            </a:extLst>
          </p:cNvPr>
          <p:cNvSpPr txBox="1"/>
          <p:nvPr/>
        </p:nvSpPr>
        <p:spPr>
          <a:xfrm>
            <a:off x="0" y="1225689"/>
            <a:ext cx="1275397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Enterprise-Grade Technology Stack</a:t>
            </a:r>
            <a:endParaRPr lang="en-IN" sz="28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━━━━━━━━━━━━━━━━━━━━━━━━━━━━━━━━━━━━━━━━</a:t>
            </a:r>
          </a:p>
          <a:p>
            <a:pPr algn="l"/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FRONTEND LAYER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├─ Vanilla JavaScript (ES6+) → Zero framework overhead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├─ Canvas API → Real-time visualization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└─ CSS3 </a:t>
            </a:r>
            <a:r>
              <a:rPr lang="en-IN" sz="2200" b="0" i="0" dirty="0" err="1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Glassmorphism</a:t>
            </a:r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 → Premium UX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INTELLIGENCE LAYER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├─ Natural Language Processing → Intent understanding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├─ Pattern Recognition ML → Anomaly detection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└─ Generative AI → Code synthesis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EXECUTION LAYER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├─ Event-Driven Microservices → Horizontal scalability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├─ Docker Sandboxing → Isolated testing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└─ CI/CD Automation → Zero-touch deployment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9494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0CF8C2-5D26-9485-EFAF-4856AAAFADB2}"/>
              </a:ext>
            </a:extLst>
          </p:cNvPr>
          <p:cNvSpPr txBox="1"/>
          <p:nvPr/>
        </p:nvSpPr>
        <p:spPr>
          <a:xfrm>
            <a:off x="38100" y="2416939"/>
            <a:ext cx="121158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SECURITY LAYER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├─ Dependency Graph Analysis → Supply chain protection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├─ RBAC &amp; Audit Logging → Enterprise compliance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└─ Encrypted Telemetry → Data protection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━━━━━━━━━━━━━━━━━━━━━━━━━━━━━━━━━━━━━━━━</a:t>
            </a:r>
          </a:p>
          <a:p>
            <a:pPr algn="l"/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Built for scale: 1M+ LOC, 1000+ agents, global deployment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233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ACF23F-014F-CFE8-7200-902CF3A1D87A}"/>
              </a:ext>
            </a:extLst>
          </p:cNvPr>
          <p:cNvSpPr txBox="1"/>
          <p:nvPr/>
        </p:nvSpPr>
        <p:spPr>
          <a:xfrm>
            <a:off x="-90488" y="1513529"/>
            <a:ext cx="1237297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Building an Inclusive Digital World</a:t>
            </a:r>
            <a:endParaRPr lang="en-IN" sz="28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━━━━━━━━━━━━━━━━━━━━━━━━━━━━━━━━━━━━━━━</a:t>
            </a:r>
          </a:p>
          <a:p>
            <a:pPr algn="l"/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THE ACCESSIBILITY CRISIS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15% of the global population has a disability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70% of websites fail basic accessibility tests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$6.9B in annual lawsuit settlements (US alone)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━━━━━━━━━━━━━━━━━━━━━━━━━━━━━━━━━━━━━━━</a:t>
            </a:r>
          </a:p>
          <a:p>
            <a:pPr algn="l"/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ADEG'S SOLUTION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✓ Accessibility Sentinel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Continuous WCAG 2.1 AAA monitoring</a:t>
            </a: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✓ Inclusivity Scanner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Bias detection in code, content, and UX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433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D2CAB9-626A-7816-8663-212CEAAF7356}"/>
              </a:ext>
            </a:extLst>
          </p:cNvPr>
          <p:cNvSpPr txBox="1"/>
          <p:nvPr/>
        </p:nvSpPr>
        <p:spPr>
          <a:xfrm>
            <a:off x="0" y="1643896"/>
            <a:ext cx="1259205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✓ Automated Remediation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Fixes accessibility issues before deployment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━━━━━━━━━━━━━━━━━━━━━━━━━━━━━━━━━━━━━━━━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IMPACT: Making the web accessible to everyone,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automatically and at scale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71212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20F893-40AB-0363-0DFB-950DE5C739CB}"/>
              </a:ext>
            </a:extLst>
          </p:cNvPr>
          <p:cNvSpPr txBox="1"/>
          <p:nvPr/>
        </p:nvSpPr>
        <p:spPr>
          <a:xfrm>
            <a:off x="0" y="917912"/>
            <a:ext cx="12103768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Massive Addressable Market</a:t>
            </a:r>
            <a:endParaRPr lang="en-IN" sz="28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━━━━━━━━━━━━━━━━━━━━━━━━━━━━━━━━━━━━━━━━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TARGET SEGMENTS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🏢 Enterprise Development Teams → 50M+ developers globally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☁️ SaaS &amp; Cloud Platforms → $200B+ market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🏛️ Government &amp; Public Sector → Compliance mandates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🌐 Open Source Projects → 100M+ repositories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━━━━━━━━━━━━━━━━━━━━━━━━━━━━━━━━━━━━━━━━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MARKET SIZE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DevOps Tools $10.3B (2024)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AI-Assisted Development $14.8B (Growing 40% YoY)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Accessibility Tech $2.1B (Regulatory driven)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Total Addressable Market: $27B+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━━━━━━━━━━━━━━━━━━━━━━━━━━━━━━━━━━━━━━━━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COMPETITIVE ADVANTAGE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Only solution combining autonomous maintenance,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accessibility compliance, and security monitoring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34004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B73143-A8F6-405B-8D12-0EAC2AEB6DE8}"/>
              </a:ext>
            </a:extLst>
          </p:cNvPr>
          <p:cNvSpPr txBox="1"/>
          <p:nvPr/>
        </p:nvSpPr>
        <p:spPr>
          <a:xfrm>
            <a:off x="0" y="1406383"/>
            <a:ext cx="12192000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Scalable Revenue Strategy</a:t>
            </a:r>
            <a:endParaRPr lang="en-IN" sz="28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━━━━━━━━━━━━━━━━━━━━━━━━━━━━━━━━━━━━━━━━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TIER 1: OPEN SOURCE CORE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Free for individual developers and small teams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→ Community growth &amp; ecosystem development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TIER 2: PROFESSIONAL ($99/month per repo)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• Advanced agent customization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• Priority support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• Enhanced analytics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TIER 3: ENTERPRISE (Custom pricing)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• Multi-repo orchestration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• On-premise deployment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• SLA guarantees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• Dedicated agent training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28514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3DF7B7-7A38-9DC5-FBCA-8C120B682F68}"/>
              </a:ext>
            </a:extLst>
          </p:cNvPr>
          <p:cNvSpPr txBox="1"/>
          <p:nvPr/>
        </p:nvSpPr>
        <p:spPr>
          <a:xfrm>
            <a:off x="0" y="2274838"/>
            <a:ext cx="121920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TIER 4: MARKETPLACE (Revenue share)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• Third-party agent plugins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• Custom integrations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• Training datasets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━━━━━━━━━━━━━━━━━━━━━━━━━━━━━━━━━━━━━━━━</a:t>
            </a:r>
          </a:p>
          <a:p>
            <a:pPr algn="l"/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Year 1 Target: 10K free users → 500 paid conversions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76052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A97823-178F-0DA4-FDDE-81932BDC5E09}"/>
              </a:ext>
            </a:extLst>
          </p:cNvPr>
          <p:cNvSpPr txBox="1"/>
          <p:nvPr/>
        </p:nvSpPr>
        <p:spPr>
          <a:xfrm>
            <a:off x="0" y="1318022"/>
            <a:ext cx="12192000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Path to Production</a:t>
            </a:r>
            <a:endParaRPr lang="en-IN" sz="28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0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━━━━━━━━━━━━━━━━━━━━━━━━━━━━━━━━━━━━━━━━</a:t>
            </a:r>
          </a:p>
          <a:p>
            <a:pPr algn="l"/>
            <a:endParaRPr lang="en-IN" sz="20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Q1 2025 | MVP LAUNCH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✓ Core autonomous agents (Perception, Reasoning, Action)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✓ Web dashboard interface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✓ GitHub/GitLab integration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✓ Basic accessibility scanning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Q2 2025 | ENTERPRISE FEATURES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□ Multi-repository support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□ Custom agent training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□ Advanced analytics &amp; reporting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□ Slack/Teams integration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Q3 2025 | ECOSYSTEM EXPANSION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□ Agent marketplace launch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□ Community-contributed agents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45319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B60CF2-9969-DBC1-55DE-BD7C0BD11506}"/>
              </a:ext>
            </a:extLst>
          </p:cNvPr>
          <p:cNvSpPr txBox="1"/>
          <p:nvPr/>
        </p:nvSpPr>
        <p:spPr>
          <a:xfrm>
            <a:off x="0" y="1558550"/>
            <a:ext cx="121920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□ API for third-party integrations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□ Mobile monitoring app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Q4 2025 | SCALE &amp; OPTIMIZE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□ Edge deployment for low latency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□ GPU-accelerated ML models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□ Enterprise SLA guarantees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□ ISO 27001 certification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━━━━━━━━━━━━━━━━━━━━━━━━━━━━━━━━━━━━━━━━</a:t>
            </a:r>
          </a:p>
          <a:p>
            <a:pPr algn="l"/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Vision: Every codebase has an autonomous guardian by 2026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5371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174894-85BA-A568-B2BE-72BF1C4BF988}"/>
              </a:ext>
            </a:extLst>
          </p:cNvPr>
          <p:cNvSpPr txBox="1"/>
          <p:nvPr/>
        </p:nvSpPr>
        <p:spPr>
          <a:xfrm>
            <a:off x="0" y="1316386"/>
            <a:ext cx="12107779" cy="5601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See ADEG in Action</a:t>
            </a:r>
            <a:endParaRPr lang="en-IN" sz="28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━━━━━━━━━━━━━━━━━━━━━━━━━━━━━━━━━━━━━━━━</a:t>
            </a:r>
          </a:p>
          <a:p>
            <a:pPr algn="l"/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[Large screenshot of dashboard with callouts]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1️⃣ Quantum Visualizer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Real-time particle-based monitoring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2️⃣ Natural Language Interface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"Fix the login timeout" → Autonomous execution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3️⃣ Accessibility Sentinel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WCAG 2.1 AAA compliance in real-time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4️⃣ Autonomous Pipeline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Code Gen → Validation → Deployment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━━━━━━━━━━━━━━━━━━━━━━━━━━━━━━━━━━━━━━━━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🎥 Full Demo Video: [Link]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💻 Live Dashboard: https://github.com/ShivaneshV/Autonomous-Digital-Ecosystem-Guardian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63580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2FADD2-FBC4-0CC1-F5EC-52FCF5E2330B}"/>
              </a:ext>
            </a:extLst>
          </p:cNvPr>
          <p:cNvSpPr txBox="1"/>
          <p:nvPr/>
        </p:nvSpPr>
        <p:spPr>
          <a:xfrm>
            <a:off x="0" y="1410355"/>
            <a:ext cx="12192000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Built </a:t>
            </a:r>
            <a:r>
              <a:rPr lang="en-IN" sz="2800" dirty="0">
                <a:solidFill>
                  <a:srgbClr val="A9B1D6"/>
                </a:solidFill>
                <a:latin typeface="Arial Black" panose="020B0A04020102020204" pitchFamily="34" charset="0"/>
              </a:rPr>
              <a:t>by </a:t>
            </a:r>
            <a:r>
              <a:rPr lang="en-IN" sz="28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Team</a:t>
            </a:r>
            <a:endParaRPr lang="en-IN" sz="28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━━━━━━━━━━━━━━━━━━━━━━━━━━━━━━━━━━━━━━━━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dirty="0">
                <a:solidFill>
                  <a:srgbClr val="A9B1D6"/>
                </a:solidFill>
                <a:latin typeface="Arial Black" panose="020B0A04020102020204" pitchFamily="34" charset="0"/>
              </a:rPr>
              <a:t>SHIVANESH V</a:t>
            </a:r>
          </a:p>
          <a:p>
            <a:pPr algn="l"/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0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Founder &amp; Lead Developer | Sentinel Systems</a:t>
            </a:r>
          </a:p>
          <a:p>
            <a:pPr algn="l"/>
            <a:endParaRPr lang="en-IN" sz="20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0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ROLES &amp; CONTRIBUTIONS:</a:t>
            </a:r>
            <a:endParaRPr lang="en-IN" sz="20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0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• Full-Stack Development (100%)</a:t>
            </a:r>
            <a:endParaRPr lang="en-IN" sz="20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0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→ Built complete web dashboard with advanced visualizations</a:t>
            </a:r>
            <a:endParaRPr lang="en-IN" sz="20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0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• System Architecture (100%)</a:t>
            </a:r>
            <a:endParaRPr lang="en-IN" sz="20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0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→ Designed three-layer autonomous agent architecture</a:t>
            </a:r>
            <a:endParaRPr lang="en-IN" sz="20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0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• UI/UX Design (100%)</a:t>
            </a:r>
            <a:endParaRPr lang="en-IN" sz="20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0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→ Created premium cyberpunk aesthetic and HUD interface</a:t>
            </a:r>
            <a:endParaRPr lang="en-IN" sz="20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0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• AI/ML Integration (Conceptual)</a:t>
            </a:r>
            <a:endParaRPr lang="en-IN" sz="20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0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→ Architected NLP-based intent parsing and code generation</a:t>
            </a:r>
            <a:endParaRPr lang="en-IN" sz="20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0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• Accessibility Engineering (100%)</a:t>
            </a:r>
            <a:endParaRPr lang="en-IN" sz="20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0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→ Integrated WCAG 2.1 AAA compliance monitoring</a:t>
            </a:r>
            <a:endParaRPr lang="en-IN" sz="20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6434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08087D-AD0C-D5C7-F366-092BC6B33F33}"/>
              </a:ext>
            </a:extLst>
          </p:cNvPr>
          <p:cNvSpPr txBox="1"/>
          <p:nvPr/>
        </p:nvSpPr>
        <p:spPr>
          <a:xfrm>
            <a:off x="0" y="2444115"/>
            <a:ext cx="9008644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CONTACT</a:t>
            </a:r>
          </a:p>
          <a:p>
            <a:pPr algn="l"/>
            <a:endParaRPr lang="en-IN" sz="28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📧 </a:t>
            </a:r>
            <a:r>
              <a:rPr lang="en-IN" sz="2200" dirty="0">
                <a:solidFill>
                  <a:srgbClr val="A9B1D6"/>
                </a:solidFill>
                <a:latin typeface="Arial Black" panose="020B0A04020102020204" pitchFamily="34" charset="0"/>
              </a:rPr>
              <a:t>shivanesh995@gmail.com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🔗 </a:t>
            </a:r>
            <a:r>
              <a:rPr lang="en-IN" sz="2200" b="0" i="0" dirty="0">
                <a:solidFill>
                  <a:schemeClr val="tx2"/>
                </a:solidFill>
                <a:effectLst/>
                <a:latin typeface="Arial Black" panose="020B0A04020102020204" pitchFamily="34" charset="0"/>
              </a:rPr>
              <a:t>www.linkedin.com/in/shivanesh-v</a:t>
            </a:r>
          </a:p>
          <a:p>
            <a:pPr algn="l"/>
            <a:r>
              <a:rPr lang="en-IN" sz="2200" b="0" i="0" dirty="0">
                <a:solidFill>
                  <a:srgbClr val="A9B1D6"/>
                </a:solidFill>
                <a:effectLst/>
                <a:latin typeface="Arial Black" panose="020B0A04020102020204" pitchFamily="34" charset="0"/>
              </a:rPr>
              <a:t>💻 https://github.com/ShivaneshV/ShivaneshV</a:t>
            </a:r>
            <a:endParaRPr lang="en-IN" sz="2200" b="0" i="0" dirty="0">
              <a:solidFill>
                <a:srgbClr val="787C99"/>
              </a:solidFill>
              <a:effectLst/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9507141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62</TotalTime>
  <Words>989</Words>
  <Application>Microsoft Office PowerPoint</Application>
  <PresentationFormat>Widescreen</PresentationFormat>
  <Paragraphs>205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Arial Black</vt:lpstr>
      <vt:lpstr>Century Gothic</vt:lpstr>
      <vt:lpstr>Vapor Trail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Shivanesh V</dc:creator>
  <cp:lastModifiedBy>Shivanesh V</cp:lastModifiedBy>
  <cp:revision>2</cp:revision>
  <dcterms:created xsi:type="dcterms:W3CDTF">2025-11-22T19:56:36Z</dcterms:created>
  <dcterms:modified xsi:type="dcterms:W3CDTF">2025-11-22T20:59:07Z</dcterms:modified>
</cp:coreProperties>
</file>